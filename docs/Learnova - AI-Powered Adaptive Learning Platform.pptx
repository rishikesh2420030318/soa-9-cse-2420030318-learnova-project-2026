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ha reddy" userId="b6fb35fbc033da94" providerId="LiveId" clId="{34ED7555-B0F6-436B-A0D9-87E1B62A32CD}"/>
    <pc:docChg chg="custSel modSld sldOrd">
      <pc:chgData name="akshitha reddy" userId="b6fb35fbc033da94" providerId="LiveId" clId="{34ED7555-B0F6-436B-A0D9-87E1B62A32CD}" dt="2026-08-27T04:51:46.282" v="331"/>
      <pc:docMkLst>
        <pc:docMk/>
      </pc:docMkLst>
      <pc:sldChg chg="modSp mod">
        <pc:chgData name="akshitha reddy" userId="b6fb35fbc033da94" providerId="LiveId" clId="{34ED7555-B0F6-436B-A0D9-87E1B62A32CD}" dt="2026-08-13T08:59:25.289" v="98" actId="27636"/>
        <pc:sldMkLst>
          <pc:docMk/>
          <pc:sldMk cId="4118855268" sldId="260"/>
        </pc:sldMkLst>
        <pc:spChg chg="mod">
          <ac:chgData name="akshitha reddy" userId="b6fb35fbc033da94" providerId="LiveId" clId="{34ED7555-B0F6-436B-A0D9-87E1B62A32CD}" dt="2026-08-13T08:59:25.289" v="98" actId="27636"/>
          <ac:spMkLst>
            <pc:docMk/>
            <pc:sldMk cId="4118855268" sldId="260"/>
            <ac:spMk id="2" creationId="{00000000-0000-0000-0000-000000000000}"/>
          </ac:spMkLst>
        </pc:spChg>
      </pc:sldChg>
      <pc:sldChg chg="modSp mod">
        <pc:chgData name="akshitha reddy" userId="b6fb35fbc033da94" providerId="LiveId" clId="{34ED7555-B0F6-436B-A0D9-87E1B62A32CD}" dt="2026-08-20T08:34:47.962" v="231" actId="20577"/>
        <pc:sldMkLst>
          <pc:docMk/>
          <pc:sldMk cId="2247602601" sldId="262"/>
        </pc:sldMkLst>
        <pc:spChg chg="mod">
          <ac:chgData name="akshitha reddy" userId="b6fb35fbc033da94" providerId="LiveId" clId="{34ED7555-B0F6-436B-A0D9-87E1B62A32CD}" dt="2026-08-20T08:27:45.211" v="195" actId="20577"/>
          <ac:spMkLst>
            <pc:docMk/>
            <pc:sldMk cId="2247602601" sldId="262"/>
            <ac:spMk id="16" creationId="{500C0830-A1CA-96AE-68D2-18C57ABE4802}"/>
          </ac:spMkLst>
        </pc:spChg>
        <pc:graphicFrameChg chg="mod modGraphic">
          <ac:chgData name="akshitha reddy" userId="b6fb35fbc033da94" providerId="LiveId" clId="{34ED7555-B0F6-436B-A0D9-87E1B62A32CD}" dt="2026-08-13T08:59:44.791" v="162" actId="20577"/>
          <ac:graphicFrameMkLst>
            <pc:docMk/>
            <pc:sldMk cId="2247602601" sldId="262"/>
            <ac:graphicFrameMk id="18" creationId="{BD22BC4D-4857-7D81-7819-37B7BB426420}"/>
          </ac:graphicFrameMkLst>
        </pc:graphicFrameChg>
        <pc:graphicFrameChg chg="modGraphic">
          <ac:chgData name="akshitha reddy" userId="b6fb35fbc033da94" providerId="LiveId" clId="{34ED7555-B0F6-436B-A0D9-87E1B62A32CD}" dt="2026-08-20T08:34:47.962" v="231" actId="20577"/>
          <ac:graphicFrameMkLst>
            <pc:docMk/>
            <pc:sldMk cId="2247602601" sldId="262"/>
            <ac:graphicFrameMk id="30" creationId="{9091FADF-77DB-CB1D-CD72-56C53CF76308}"/>
          </ac:graphicFrameMkLst>
        </pc:graphicFrameChg>
      </pc:sldChg>
      <pc:sldChg chg="delSp mod">
        <pc:chgData name="akshitha reddy" userId="b6fb35fbc033da94" providerId="LiveId" clId="{34ED7555-B0F6-436B-A0D9-87E1B62A32CD}" dt="2026-08-20T08:25:07.639" v="190" actId="478"/>
        <pc:sldMkLst>
          <pc:docMk/>
          <pc:sldMk cId="2747969496" sldId="707"/>
        </pc:sldMkLst>
      </pc:sldChg>
      <pc:sldChg chg="delSp mod ord">
        <pc:chgData name="akshitha reddy" userId="b6fb35fbc033da94" providerId="LiveId" clId="{34ED7555-B0F6-436B-A0D9-87E1B62A32CD}" dt="2026-08-27T04:51:46.282" v="331"/>
        <pc:sldMkLst>
          <pc:docMk/>
          <pc:sldMk cId="3029277067" sldId="902"/>
        </pc:sldMkLst>
      </pc:sldChg>
      <pc:sldChg chg="modSp mod">
        <pc:chgData name="akshitha reddy" userId="b6fb35fbc033da94" providerId="LiveId" clId="{34ED7555-B0F6-436B-A0D9-87E1B62A32CD}" dt="2026-08-27T04:47:44.461" v="329" actId="20577"/>
        <pc:sldMkLst>
          <pc:docMk/>
          <pc:sldMk cId="3917782940" sldId="903"/>
        </pc:sldMkLst>
        <pc:spChg chg="mod">
          <ac:chgData name="akshitha reddy" userId="b6fb35fbc033da94" providerId="LiveId" clId="{34ED7555-B0F6-436B-A0D9-87E1B62A32CD}" dt="2026-08-27T04:47:44.461" v="329" actId="20577"/>
          <ac:spMkLst>
            <pc:docMk/>
            <pc:sldMk cId="3917782940" sldId="903"/>
            <ac:spMk id="100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27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27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27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Date-20-8-2026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721739"/>
              </p:ext>
            </p:extLst>
          </p:nvPr>
        </p:nvGraphicFramePr>
        <p:xfrm>
          <a:off x="8193271" y="4898509"/>
          <a:ext cx="37020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K.Rishikesh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Reddy-2420030318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D.Srivatsava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Reddy-2420030320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D.Surya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2420030440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467460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Venkateshwari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ketineni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[Date]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Learnova — AI-Powered Adaptive Learning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Placeholder"/>
          <p:cNvSpPr txBox="1"/>
          <p:nvPr/>
        </p:nvSpPr>
        <p:spPr>
          <a:xfrm>
            <a:off x="800100" y="1600200"/>
            <a:ext cx="10591800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Conventional e-learning platforms deliver the same content, pace, and sequencing to every learner, regardless of prior knowledge, ability, or learning style.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Learners who fall behind or move faster than the fixed pace experience disengagement, knowledge gaps, and higher dropout rates in self-paced online courses.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Instructors have limited visibility into each student's real-time mastery, making timely, individualized intervention difficult at scale.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a clear need for a platform that continuously senses learner performance and adapts content, pacing, and assessment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Placeholder"/>
          <p:cNvSpPr txBox="1"/>
          <p:nvPr/>
        </p:nvSpPr>
        <p:spPr>
          <a:xfrm>
            <a:off x="800100" y="1600200"/>
            <a:ext cx="10591800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Design an adaptive learning engine that resequences and re-levels content based on each learner's demonstrated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Build a knowledge-tracing model that estimates a learner's mastery of individual concepts from quiz and activity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Develop an AI-based recommendation engine that suggests the next best resource, exercise, or remedial content for each learner.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Provide learner and instructor dashboards that visualize progress, concept mastery, and knowledge gaps.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Implement a scalable frontend and backend for supporting concurrent learners across multiple courses.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Sayed et al. (2022, Multimedia Tools and Applications)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AI-based adaptive personalized content presentation and exercises navigation for an effective and engaging E-learning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Deep Q-Network reinforcement learning (DQN-RL) combined with rule-based decisions to adapt content presentation style and exercise difficulty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The adaptive platform (APPEAL) improved post-test scores and satisfaction versus a static baseline, with the largest gains for initially low-performing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Evaluated on a single grade-3 mathematics pilot; scaling the DQN-RL approach to broader subjects and age groups is left for future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Gligorea et al. (2023, Education Sciences, MDPI)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Adaptive Learning Using Artificial Intelligence in e-Learning: A 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Systematic review of 63 articles (2010 onward) covering clustering, Bayesian methods, reinforcement learning and deep learning for adaptive e-learning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AI/ML-driven adaptive learning consistently improves personalization, engagement, retention and academic performance across the reviewed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Highlights cold-start data scarcity, algorithm complexity and data-privacy concerns as open challenges for real-world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Kuo et al. (2024, arXiv preprint)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Enhancing Deep Knowledge Tracing via Diffusion Models for Personalized Adaptive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Diffusion model (TabDDPM) generates synthetic student records to augment training data for Deep Knowledge Tracing (DKT)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Synthetic data augmentation measurably improves DKT prediction accuracy, especially when real training data is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100" dirty="0"/>
                        <a:t>Validated only on the ASSISTments dataset; generalizing the approach to other subjects and platforms remains future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Placeholder"/>
          <p:cNvSpPr txBox="1"/>
          <p:nvPr/>
        </p:nvSpPr>
        <p:spPr>
          <a:xfrm>
            <a:off x="800100" y="1700200"/>
            <a:ext cx="10591800" cy="4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Widely used LMS platforms (Moodle, Google Classroom) present largely static, one-size-fits-all content and do not reorder material for individual learners.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Academic adaptive-learning prototypes are typically evaluated on a single subject or dataset and rarely ship as an end-to-end, deployable product.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Many knowledge-tracing models behave as black boxes, giving learners and educators little insight into why a particular recommendation was made.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Few existing systems combine knowledge tracing, content recommendation, and progress analytics in one integrated, extensible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Gap: Learnova targets an integrated, explainable, and extensible adaptive learning platform that closes this gap end to end.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Placeholder"/>
          <p:cNvSpPr txBox="1"/>
          <p:nvPr/>
        </p:nvSpPr>
        <p:spPr>
          <a:xfrm>
            <a:off x="800100" y="1700200"/>
            <a:ext cx="10591800" cy="4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Couples deep knowledge tracing with a content recommendation engine in a single closed feedback loop, instead of treating them as separate modules.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Surfaces explainable indicators, such as per-concept mastery scores and confidence levels, so learners and instructors can see why a topic is recommended.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Adapts not just content sequencing but also question difficulty and format in real time, based on a learner's latest responses.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Modular Spring Boot microservice architecture lets an institution plug in new subjects or assessment types without redesigning the core engine.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0100" y="2000000"/>
            <a:ext cx="10591800" cy="8000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lang="en-US" sz="1800" dirty="0"/>
              <a:t>The project is technically and economically feasible: it builds on proven open-source components (Spring Boot, MySQL, established ML libraries) and a mature deployment path. Development is planned across the following phases: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50" name="Phase Timeline Table"/>
          <p:cNvGraphicFramePr>
            <a:graphicFrameLocks noGrp="1"/>
          </p:cNvGraphicFramePr>
          <p:nvPr/>
        </p:nvGraphicFramePr>
        <p:xfrm>
          <a:off x="800100" y="2950000"/>
          <a:ext cx="8200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Timeline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Requirement analysis &amp; literature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Weeks 1-2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System design, database &amp; API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Weeks 3-4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Backend development (Spring Boot, MySQL, REST APIs)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Weeks 5-7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AI model development (knowledge tracing, recommender)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Weeks 8-10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Frontend integration &amp;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Weeks 11-12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Deployment, evaluation &amp; final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marR="91440"/>
                      <a:r>
                        <a:rPr lang="en-US" sz="1200" dirty="0"/>
                        <a:t>Weeks 13-14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838</Words>
  <Application>Microsoft Office PowerPoint</Application>
  <PresentationFormat>Widescreen</PresentationFormat>
  <Paragraphs>102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akshitha reddy</cp:lastModifiedBy>
  <cp:revision>32</cp:revision>
  <dcterms:created xsi:type="dcterms:W3CDTF">2026-08-08T06:33:56Z</dcterms:created>
  <dcterms:modified xsi:type="dcterms:W3CDTF">2026-08-27T04:51:55Z</dcterms:modified>
</cp:coreProperties>
</file>